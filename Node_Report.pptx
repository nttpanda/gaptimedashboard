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09055-6084-4271-AA4D-63438422A5C4}" v="2" dt="2026-03-05T09:36:24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14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Gouda" userId="c5fad0e5-ccc8-44ed-b36e-74166f975698" providerId="ADAL" clId="{804263AF-83C9-4D1D-9EB6-322D0F88D1FE}"/>
    <pc:docChg chg="undo custSel modSld sldOrd">
      <pc:chgData name="Rohit Gouda" userId="c5fad0e5-ccc8-44ed-b36e-74166f975698" providerId="ADAL" clId="{804263AF-83C9-4D1D-9EB6-322D0F88D1FE}" dt="2026-03-05T09:44:19.963" v="29" actId="1076"/>
      <pc:docMkLst>
        <pc:docMk/>
      </pc:docMkLst>
      <pc:sldChg chg="addSp delSp modSp mod setBg addAnim delAnim">
        <pc:chgData name="Rohit Gouda" userId="c5fad0e5-ccc8-44ed-b36e-74166f975698" providerId="ADAL" clId="{804263AF-83C9-4D1D-9EB6-322D0F88D1FE}" dt="2026-03-05T09:44:19.963" v="29" actId="1076"/>
        <pc:sldMkLst>
          <pc:docMk/>
          <pc:sldMk cId="0" sldId="256"/>
        </pc:sldMkLst>
        <pc:spChg chg="mod ord">
          <ac:chgData name="Rohit Gouda" userId="c5fad0e5-ccc8-44ed-b36e-74166f975698" providerId="ADAL" clId="{804263AF-83C9-4D1D-9EB6-322D0F88D1FE}" dt="2026-03-05T09:37:18.228" v="22" actId="26606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Rohit Gouda" userId="c5fad0e5-ccc8-44ed-b36e-74166f975698" providerId="ADAL" clId="{804263AF-83C9-4D1D-9EB6-322D0F88D1FE}" dt="2026-03-05T09:37:18.228" v="22" actId="26606"/>
          <ac:spMkLst>
            <pc:docMk/>
            <pc:sldMk cId="0" sldId="256"/>
            <ac:spMk id="9" creationId="{27BDFED6-6E33-4606-AFE2-886ADB1C018E}"/>
          </ac:spMkLst>
        </pc:spChg>
        <pc:spChg chg="add del">
          <ac:chgData name="Rohit Gouda" userId="c5fad0e5-ccc8-44ed-b36e-74166f975698" providerId="ADAL" clId="{804263AF-83C9-4D1D-9EB6-322D0F88D1FE}" dt="2026-03-05T09:37:18.228" v="22" actId="26606"/>
          <ac:spMkLst>
            <pc:docMk/>
            <pc:sldMk cId="0" sldId="256"/>
            <ac:spMk id="11" creationId="{890DEF05-784E-4B61-89E4-04C4ECF4E5A0}"/>
          </ac:spMkLst>
        </pc:spChg>
        <pc:picChg chg="mod ord">
          <ac:chgData name="Rohit Gouda" userId="c5fad0e5-ccc8-44ed-b36e-74166f975698" providerId="ADAL" clId="{804263AF-83C9-4D1D-9EB6-322D0F88D1FE}" dt="2026-03-05T09:37:18.228" v="22" actId="26606"/>
          <ac:picMkLst>
            <pc:docMk/>
            <pc:sldMk cId="0" sldId="256"/>
            <ac:picMk id="3" creationId="{00000000-0000-0000-0000-000000000000}"/>
          </ac:picMkLst>
        </pc:picChg>
        <pc:picChg chg="add del mod">
          <ac:chgData name="Rohit Gouda" userId="c5fad0e5-ccc8-44ed-b36e-74166f975698" providerId="ADAL" clId="{804263AF-83C9-4D1D-9EB6-322D0F88D1FE}" dt="2026-03-05T09:44:02.477" v="23" actId="478"/>
          <ac:picMkLst>
            <pc:docMk/>
            <pc:sldMk cId="0" sldId="256"/>
            <ac:picMk id="4" creationId="{A15CE3BC-260E-8583-3A65-855F07794A2D}"/>
          </ac:picMkLst>
        </pc:picChg>
        <pc:picChg chg="add mod">
          <ac:chgData name="Rohit Gouda" userId="c5fad0e5-ccc8-44ed-b36e-74166f975698" providerId="ADAL" clId="{804263AF-83C9-4D1D-9EB6-322D0F88D1FE}" dt="2026-03-05T09:44:19.963" v="29" actId="1076"/>
          <ac:picMkLst>
            <pc:docMk/>
            <pc:sldMk cId="0" sldId="256"/>
            <ac:picMk id="6" creationId="{DEDB521B-9E49-B161-EBA2-B2FF7A23A1BB}"/>
          </ac:picMkLst>
        </pc:picChg>
        <pc:cxnChg chg="add del">
          <ac:chgData name="Rohit Gouda" userId="c5fad0e5-ccc8-44ed-b36e-74166f975698" providerId="ADAL" clId="{804263AF-83C9-4D1D-9EB6-322D0F88D1FE}" dt="2026-03-05T09:37:18.228" v="22" actId="26606"/>
          <ac:cxnSpMkLst>
            <pc:docMk/>
            <pc:sldMk cId="0" sldId="256"/>
            <ac:cxnSpMk id="13" creationId="{C41BAEC7-F7B0-4224-8B18-8F74B7D87F0B}"/>
          </ac:cxnSpMkLst>
        </pc:cxnChg>
      </pc:sldChg>
      <pc:sldChg chg="addSp modSp mod ord">
        <pc:chgData name="Rohit Gouda" userId="c5fad0e5-ccc8-44ed-b36e-74166f975698" providerId="ADAL" clId="{804263AF-83C9-4D1D-9EB6-322D0F88D1FE}" dt="2026-03-05T09:36:13.058" v="7" actId="1076"/>
        <pc:sldMkLst>
          <pc:docMk/>
          <pc:sldMk cId="0" sldId="257"/>
        </pc:sldMkLst>
        <pc:picChg chg="mod">
          <ac:chgData name="Rohit Gouda" userId="c5fad0e5-ccc8-44ed-b36e-74166f975698" providerId="ADAL" clId="{804263AF-83C9-4D1D-9EB6-322D0F88D1FE}" dt="2026-03-05T09:20:34.351" v="3" actId="1076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Rohit Gouda" userId="c5fad0e5-ccc8-44ed-b36e-74166f975698" providerId="ADAL" clId="{804263AF-83C9-4D1D-9EB6-322D0F88D1FE}" dt="2026-03-05T09:36:13.058" v="7" actId="1076"/>
          <ac:picMkLst>
            <pc:docMk/>
            <pc:sldMk cId="0" sldId="257"/>
            <ac:picMk id="4" creationId="{D348C466-39DB-1827-529B-64FE10513C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ElSauce1 Day-wise Statistics</a:t>
            </a:r>
          </a:p>
        </p:txBody>
      </p:sp>
      <p:pic>
        <p:nvPicPr>
          <p:cNvPr id="3" name="Picture 2" descr="ElSauce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295400"/>
            <a:ext cx="5549900" cy="2774950"/>
          </a:xfrm>
          <a:prstGeom prst="rect">
            <a:avLst/>
          </a:prstGeom>
        </p:spPr>
      </p:pic>
      <p:pic>
        <p:nvPicPr>
          <p:cNvPr id="4" name="Picture 3" descr="ElSauce1_free_time.png">
            <a:extLst>
              <a:ext uri="{FF2B5EF4-FFF2-40B4-BE49-F238E27FC236}">
                <a16:creationId xmlns:a16="http://schemas.microsoft.com/office/drawing/2014/main" id="{D348C466-39DB-1827-529B-64FE1051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3917468"/>
            <a:ext cx="5549900" cy="277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ElSauce2 Day-wise Statistics</a:t>
            </a:r>
          </a:p>
        </p:txBody>
      </p:sp>
      <p:pic>
        <p:nvPicPr>
          <p:cNvPr id="3" name="Picture 2" descr="ElSauce2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15" y="1153485"/>
            <a:ext cx="5662569" cy="28312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B521B-9E49-B161-EBA2-B2FF7A23A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79" y="3830622"/>
            <a:ext cx="5759042" cy="28795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ElSauce1 Day-wise Statistics</vt:lpstr>
      <vt:lpstr>ElSauce2 Day-wise Statistics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Gouda</cp:lastModifiedBy>
  <cp:revision>1</cp:revision>
  <dcterms:created xsi:type="dcterms:W3CDTF">2013-01-27T09:14:16Z</dcterms:created>
  <dcterms:modified xsi:type="dcterms:W3CDTF">2026-03-05T09:44:20Z</dcterms:modified>
  <cp:category/>
</cp:coreProperties>
</file>